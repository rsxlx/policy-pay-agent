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22f5e616b84b48" /><Relationship Type="http://schemas.openxmlformats.org/officeDocument/2006/relationships/extended-properties" Target="/docProps/app.xml" Id="R37a178f16b26489d" /><Relationship Type="http://schemas.openxmlformats.org/officeDocument/2006/relationships/officeDocument" Target="/ppt/presentation.xml" Id="Rba70f01f804c45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8675991edb4cbf"/>
  </p:sldMasterIdLst>
  <p:notesMasterIdLst>
    <p:notesMasterId xmlns:r="http://schemas.openxmlformats.org/officeDocument/2006/relationships" r:id="R9ceb6fedd9054be0"/>
  </p:notesMasterIdLst>
  <p:sldIdLst>
    <p:sldId xmlns:r="http://schemas.openxmlformats.org/officeDocument/2006/relationships" id="256" r:id="Rdae918dd26104271"/>
    <p:sldId xmlns:r="http://schemas.openxmlformats.org/officeDocument/2006/relationships" id="257" r:id="R419ce60f0203413e"/>
    <p:sldId xmlns:r="http://schemas.openxmlformats.org/officeDocument/2006/relationships" id="258" r:id="R7592cc86e6db4c04"/>
    <p:sldId xmlns:r="http://schemas.openxmlformats.org/officeDocument/2006/relationships" id="259" r:id="R4d90cb59d29c46ed"/>
    <p:sldId xmlns:r="http://schemas.openxmlformats.org/officeDocument/2006/relationships" id="260" r:id="R7188caa68ad649dd"/>
    <p:sldId xmlns:r="http://schemas.openxmlformats.org/officeDocument/2006/relationships" id="261" r:id="R79a8642845fc487a"/>
    <p:sldId xmlns:r="http://schemas.openxmlformats.org/officeDocument/2006/relationships" id="262" r:id="R5fc15c90e03847dd"/>
    <p:sldId xmlns:r="http://schemas.openxmlformats.org/officeDocument/2006/relationships" id="263" r:id="R42ee665a4dcf437c"/>
    <p:sldId xmlns:r="http://schemas.openxmlformats.org/officeDocument/2006/relationships" id="264" r:id="R3fbb92c05dff458e"/>
    <p:sldId xmlns:r="http://schemas.openxmlformats.org/officeDocument/2006/relationships" id="265" r:id="Rb521ad81317a49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40eff143614c19" /><Relationship Type="http://schemas.openxmlformats.org/officeDocument/2006/relationships/slideMaster" Target="/ppt/slideMasters/slideMaster1.xml" Id="Rf68675991edb4cbf" /><Relationship Type="http://schemas.openxmlformats.org/officeDocument/2006/relationships/notesMaster" Target="/ppt/notesMasters/notesMaster1.xml" Id="R9ceb6fedd9054be0" /><Relationship Type="http://schemas.openxmlformats.org/officeDocument/2006/relationships/presProps" Target="/ppt/presProps.xml" Id="R0f6137c510e94a24" /><Relationship Type="http://schemas.openxmlformats.org/officeDocument/2006/relationships/tableStyles" Target="/ppt/tableStyles.xml" Id="Rd62773e6af184d3c" /><Relationship Type="http://schemas.openxmlformats.org/officeDocument/2006/relationships/slide" Target="/ppt/slides/slide1.xml" Id="Rdae918dd26104271" /><Relationship Type="http://schemas.openxmlformats.org/officeDocument/2006/relationships/slide" Target="/ppt/slides/slide2.xml" Id="R419ce60f0203413e" /><Relationship Type="http://schemas.openxmlformats.org/officeDocument/2006/relationships/slide" Target="/ppt/slides/slide3.xml" Id="R7592cc86e6db4c04" /><Relationship Type="http://schemas.openxmlformats.org/officeDocument/2006/relationships/slide" Target="/ppt/slides/slide4.xml" Id="R4d90cb59d29c46ed" /><Relationship Type="http://schemas.openxmlformats.org/officeDocument/2006/relationships/slide" Target="/ppt/slides/slide5.xml" Id="R7188caa68ad649dd" /><Relationship Type="http://schemas.openxmlformats.org/officeDocument/2006/relationships/slide" Target="/ppt/slides/slide6.xml" Id="R79a8642845fc487a" /><Relationship Type="http://schemas.openxmlformats.org/officeDocument/2006/relationships/slide" Target="/ppt/slides/slide7.xml" Id="R5fc15c90e03847dd" /><Relationship Type="http://schemas.openxmlformats.org/officeDocument/2006/relationships/slide" Target="/ppt/slides/slide8.xml" Id="R42ee665a4dcf437c" /><Relationship Type="http://schemas.openxmlformats.org/officeDocument/2006/relationships/slide" Target="/ppt/slides/slide9.xml" Id="R3fbb92c05dff458e" /><Relationship Type="http://schemas.openxmlformats.org/officeDocument/2006/relationships/slide" Target="/ppt/slides/slide10.xml" Id="Rb521ad81317a49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faa00e0e4a4a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56d7a7f9d94aa7" /><Relationship Type="http://schemas.openxmlformats.org/officeDocument/2006/relationships/notesMaster" Target="/ppt/notesMasters/notesMaster1.xml" Id="R2087b9555ebe46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eed1527949410f" /><Relationship Type="http://schemas.openxmlformats.org/officeDocument/2006/relationships/notesMaster" Target="/ppt/notesMasters/notesMaster1.xml" Id="Rcf684abcac8448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df2169afe84573" /><Relationship Type="http://schemas.openxmlformats.org/officeDocument/2006/relationships/notesMaster" Target="/ppt/notesMasters/notesMaster1.xml" Id="R3be68a9d2d6944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1e153d5452401d" /><Relationship Type="http://schemas.openxmlformats.org/officeDocument/2006/relationships/notesMaster" Target="/ppt/notesMasters/notesMaster1.xml" Id="R3c48b394579142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62f7edf6a24105" /><Relationship Type="http://schemas.openxmlformats.org/officeDocument/2006/relationships/notesMaster" Target="/ppt/notesMasters/notesMaster1.xml" Id="R34f7207e94a443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afc569c4784f43" /><Relationship Type="http://schemas.openxmlformats.org/officeDocument/2006/relationships/notesMaster" Target="/ppt/notesMasters/notesMaster1.xml" Id="R65394a8cd34c44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c21c752c974143" /><Relationship Type="http://schemas.openxmlformats.org/officeDocument/2006/relationships/notesMaster" Target="/ppt/notesMasters/notesMaster1.xml" Id="Rc31c00ffa6ab4e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eff72674a5486a" /><Relationship Type="http://schemas.openxmlformats.org/officeDocument/2006/relationships/notesMaster" Target="/ppt/notesMasters/notesMaster1.xml" Id="Rdf64addf7dba4a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9bcc8191a94b41" /><Relationship Type="http://schemas.openxmlformats.org/officeDocument/2006/relationships/notesMaster" Target="/ppt/notesMasters/notesMaster1.xml" Id="R0b0b2b7f9ef847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734e6b6cf348a4" /><Relationship Type="http://schemas.openxmlformats.org/officeDocument/2006/relationships/notesMaster" Target="/ppt/notesMasters/notesMaster1.xml" Id="R738ceefa93b346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07c361c3043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b3fd5050724a2c" /><Relationship Type="http://schemas.openxmlformats.org/officeDocument/2006/relationships/slideLayout" Target="/ppt/slideLayouts/slideLayout1.xml" Id="R05cc7a049be04d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cc7a049be04d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94b028db94c63" /><Relationship Type="http://schemas.openxmlformats.org/officeDocument/2006/relationships/notesSlide" Target="/ppt/notesSlides/notesSlide1.xml" Id="Rb987a0c6e9074c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65162d28546a0" /><Relationship Type="http://schemas.openxmlformats.org/officeDocument/2006/relationships/notesSlide" Target="/ppt/notesSlides/notesSlide2.xml" Id="Re8c44fb7de8847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ef8ff98b74b49" /><Relationship Type="http://schemas.openxmlformats.org/officeDocument/2006/relationships/notesSlide" Target="/ppt/notesSlides/notesSlide3.xml" Id="R9558f4f0ce2449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d79583f324835" /><Relationship Type="http://schemas.openxmlformats.org/officeDocument/2006/relationships/notesSlide" Target="/ppt/notesSlides/notesSlide4.xml" Id="R7380ad62f0914f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315509259460c" /><Relationship Type="http://schemas.openxmlformats.org/officeDocument/2006/relationships/notesSlide" Target="/ppt/notesSlides/notesSlide5.xml" Id="R10f25cee12cc40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3f9aebd2b4e92" /><Relationship Type="http://schemas.openxmlformats.org/officeDocument/2006/relationships/notesSlide" Target="/ppt/notesSlides/notesSlide6.xml" Id="Ra7699a564bbf49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d5ca78eb244bf" /><Relationship Type="http://schemas.openxmlformats.org/officeDocument/2006/relationships/notesSlide" Target="/ppt/notesSlides/notesSlide7.xml" Id="R6060657a523940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35b919a2a4001" /><Relationship Type="http://schemas.openxmlformats.org/officeDocument/2006/relationships/notesSlide" Target="/ppt/notesSlides/notesSlide8.xml" Id="R1b8f965450a84a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752ea5e60464e" /><Relationship Type="http://schemas.openxmlformats.org/officeDocument/2006/relationships/notesSlide" Target="/ppt/notesSlides/notesSlide9.xml" Id="Rdfd76d2b649243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607fa94b64f70" /><Relationship Type="http://schemas.openxmlformats.org/officeDocument/2006/relationships/notesSlide" Target="/ppt/notesSlides/notesSlide10.xml" Id="Rfd0392e667de42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2D7188-D371-43D7-BE5A-D9625E32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F50C8-CBD7-430E-A984-C11BAE4D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333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5926B-29AD-466A-A85E-E7FBF2A5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6096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61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3B1C5-ED2A-4841-9529-0DEBC33A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0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0D3EE"/>
                </a:solidFill>
                <a:latin typeface="Aptos"/>
                <a:ea typeface="Aptos"/>
                <a:cs typeface="Aptos"/>
              </a:rPr>
              <a:t>SUI OVERFLOW 2026 / AGENTIC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B8B43-6F74-407A-A670-613DD61A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PolicyPay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D46EA-3B0B-4AD3-8ACE-6767EC5C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Policy-bound autonomous payments on Sui.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D5A09-EE18-467C-881F-E979CBC8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An agent can act, transact, and coordinate recurring payments, but only inside Move-enforced user boundaries.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575E4-5D79-4520-BD07-F79450C7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C3848"/>
          </a:solidFill>
          <a:ln xmlns:a="http://schemas.openxmlformats.org/drawingml/2006/main" w="9525">
            <a:solidFill>
              <a:srgbClr val="20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95D65-58AD-45BA-AFEB-6C65ADB0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0D3EE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20D3EE"/>
                </a:solidFill>
                <a:latin typeface="Aptos"/>
                <a:ea typeface="Aptos"/>
                <a:cs typeface="Aptos"/>
              </a:rPr>
              <a:t>AgentVault&lt;T&gt;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522F7-230C-4732-8CBE-95665DE8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957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C352C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E9B75-1998-4F2C-A9E3-808227E0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7195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22C55E"/>
                </a:solidFill>
                <a:latin typeface="Aptos"/>
                <a:ea typeface="Aptos"/>
                <a:cs typeface="Aptos"/>
              </a:rPr>
              <a:t>OwnerCap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3DB15-080D-48AE-8191-09D36200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95750"/>
            <a:ext cx="1676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72D1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F1BD8-9D89-45B2-A630-BFBC6F4B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71950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AgentSessionCap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D0402-C58A-4B52-B59B-962E1EDC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95750"/>
            <a:ext cx="13525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C3848"/>
          </a:solidFill>
          <a:ln xmlns:a="http://schemas.openxmlformats.org/drawingml/2006/main" w="9525">
            <a:solidFill>
              <a:srgbClr val="20D3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60B49-A1DD-4EAA-B6B6-00BC59C2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7195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0D3EE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20D3EE"/>
                </a:solidFill>
                <a:latin typeface="Aptos"/>
                <a:ea typeface="Aptos"/>
                <a:cs typeface="Aptos"/>
              </a:rPr>
              <a:t>Move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9B7C7-763A-445A-98A4-334DAC48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95450"/>
            <a:ext cx="37147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1535D-28A3-44A7-BF51-205FE3C9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76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D3E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0D3EE"/>
                </a:solidFill>
                <a:latin typeface="Aptos"/>
                <a:ea typeface="Aptos"/>
                <a:cs typeface="Aptos"/>
              </a:rPr>
              <a:t>Core idea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DFD86-FA3C-4EB6-BDAD-D9621D7B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955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Automation without authority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0A8AA-8775-4941-A590-3E92082D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6235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backend can plan and submit transactions. The contract decides what is allowed.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DC5CD-3E4B-49BF-875B-69ABBA05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PolicyPay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857A5-D818-4C8F-B89C-2C43DD0A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3094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6E9707-6DD1-4758-B138-D47491B1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0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0D3E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21DEA-AE6B-44D9-9A7C-A2CB3CF6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Recurring crypto payments still force a bad tradeoff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AD592-DF9F-4C51-83AA-358DB4F4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Teams need automation, but treasury authority is too sensitive to hand to a generic agent.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E6075-D14E-44B1-9ACB-1A774E99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314325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900FF-0A02-4CF7-B6D0-F318A750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47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88B7B-BAB1-481E-8DC3-36584702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Manual multisig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47F98-3022-416D-8AB4-EC5A5175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2724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Safe, but slow. Every payroll, bounty, vendor payment, or contributor payout requires human coordination.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60B4A-ECB0-4080-B713-D6E39257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62250"/>
            <a:ext cx="314325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027AC-6DA2-4346-A65E-72ADAF07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62250"/>
            <a:ext cx="47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429D1-3D51-4CD4-ABF6-1381B572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718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Overpowered bots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18392-7B5E-4D64-8DC6-69D9183C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52800"/>
            <a:ext cx="2724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Fast, but risky. A backend key or wallet assistant can become an unbounded treasury operator.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E375A-C151-4463-B1C2-EB6D115B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314325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0200D-E22A-44F8-97D3-11AD9457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47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6B013-F5F3-4369-8A7F-AA2CDC9E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718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PolicyPay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73D59-D614-44EE-BC17-36B132EC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52800"/>
            <a:ext cx="2724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Fast execution with hard onchain limits: the user delegates execution, not treasury authority.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53CD9-7399-4894-B541-53FDCD82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19700"/>
            <a:ext cx="925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missing primitive is a payment agent whose permission is itself a Sui object.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8ABFE-C3E7-4494-8094-2B329599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PolicyPay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E47BB-2BB0-457A-AF44-13511D48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2383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10CD21-8120-478D-A436-2B593B62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0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0D3EE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212A6-A0C6-4F20-A5FE-FC92FEF0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treasury vault that lets agents pay only approved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587F9-DF80-4FE8-B2B5-694091DC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638300" cy="18097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C33FC-1E67-4BBE-B79C-E442F825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24BAA-2BCF-428E-BDB3-8E07880F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7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26E5F-A276-4F6B-BFC9-B871A15E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Create vault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09220-E337-4A15-8CAE-1A1FFEA2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Funds and policy live in AgentVault&lt;T&gt;.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2FDFE-8F76-41B4-91AB-EAC83294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480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6FBE3-C6A2-45D3-A22C-65A00F90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1638300" cy="18097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8953F-6C75-4872-B0DA-D4B7E75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227DC-5FCF-4499-B58C-C8C89A7D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7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EA2D1-F729-41C3-8085-05A8F837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Store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CBD28-D81E-4203-953B-F9266589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Recipient, amount, due time and nonce are contract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2B363-5A88-4D37-AC37-EC1EAB6D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480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BAE5D-A492-4C47-980A-7C8EE3CA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1638300" cy="18097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660E1-D70E-41EC-8F4E-57537D49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9CC39-6ECE-4557-A716-C404D39A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48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7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645BF-1534-4B15-8892-D4762A27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43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Issue cap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1EF3D-CF28-45F7-803C-5D542FC3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43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AgentSessionCap grants narrow execution authority.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6901F8-7B99-4C40-B7FB-E9740788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EEF88-C935-4C1A-A749-BD497CED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62250"/>
            <a:ext cx="1638300" cy="18097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55158-5FFE-42B9-BACC-0E54BEF7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90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66128-7A63-43C5-8122-47221786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7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CB6057-6870-4B8C-9A2E-22C42C9F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43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Move validates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C5BC61-65AA-4A7B-8987-227BB6C8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43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Payment executes only if every boundary passes.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686E99-5E0B-43A4-B837-1A3BA661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480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F5A0C1-3AFD-4167-823F-AE5BBD45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62250"/>
            <a:ext cx="1638300" cy="18097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52AFD3-F4D9-4BE8-B0B1-C086D9D2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90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3FE373-53D5-42BB-95A2-A62344B6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48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711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D80331-1438-47A9-8786-BBAA4ACA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43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Show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83BC2-15AC-4208-AA66-8D75DE5F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43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Digest, objects and events prove execution on Sui.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084778-EC3F-4E15-A478-51D0D83C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PolicyPay Agent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C0D35F-216A-4E2B-8EDC-63CDD68B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79468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DFDBA0-2C9D-4CB4-ABD8-9A849600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0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0D3EE"/>
                </a:solidFill>
                <a:latin typeface="Aptos"/>
                <a:ea typeface="Aptos"/>
                <a:cs typeface="Aptos"/>
              </a:rPr>
              <a:t>WHY SUI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9DFA0-1EE8-4413-89A4-DE7294DE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object model makes agent authority concrete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4B994-C5FC-43B4-9FA4-25300C85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PolicyPay maps authorization into Sui objects instead of offchain promises.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A45FE-8F4D-405C-AA73-052DA87C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74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572CD-08E8-4854-AB12-F32322D4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346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716BC-159B-4950-AC19-54F49B69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00450"/>
            <a:ext cx="198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FDEC3-63AF-4C02-8E25-62ACABC8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2705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E6720-0402-4887-8909-F676464A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B53"/>
          </a:solidFill>
          <a:ln xmlns:a="http://schemas.openxmlformats.org/drawingml/2006/main" w="19050">
            <a:solidFill>
              <a:srgbClr val="20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05318-4763-4681-B5F5-C88F0EB5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385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AgentVault&lt;T&gt;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0AA7C-ED63-4D5B-B8EB-3B929A46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76550"/>
            <a:ext cx="2476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6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FEC0B-5BF8-4A7A-89E3-9DC4CABD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1EFD2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03758-E471-48F4-9635-361FBA80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28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OwnerCap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09424-3155-4F78-ACE7-6E2992AF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Admin rights stay with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EF0A5-C976-4D59-A4B5-F089854E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2476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6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21B4C-203E-48D5-8C90-490EA7E4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CE4B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63100-FCD7-4544-8EE7-581E9D95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28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Agent 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FEF26-BE41-4861-BE5D-25D3D4BE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528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Execution rights go to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DF8B1-55C9-4412-8608-B2C3B3B5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76800"/>
            <a:ext cx="2476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6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F9CD8E-5203-4114-B393-5427E465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482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1F3FA"/>
          </a:solidFill>
          <a:ln xmlns:a="http://schemas.openxmlformats.org/drawingml/2006/main" w="9525">
            <a:solidFill>
              <a:srgbClr val="20D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A57C5-D002-4E99-B3B8-C4FDCFF8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292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PaymentRule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16BEF-F91A-49D5-806A-71A62C3C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530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Recipient, amount, due time, nonce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F83F00-8896-4D04-9401-21D1BFF1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76800"/>
            <a:ext cx="2476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6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5FE11-925C-474C-82E2-C0999CBC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482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1F3FA"/>
          </a:solidFill>
          <a:ln xmlns:a="http://schemas.openxmlformats.org/drawingml/2006/main" w="9525">
            <a:solidFill>
              <a:srgbClr val="20D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E73E1-B6D0-43E6-969E-72566F35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292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F239CF-4592-4B88-98AA-7160EBAA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530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Digest and object state are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0AFEB-175B-4FEE-8A89-66AF285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47900"/>
            <a:ext cx="880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Sui turns "the agent may pay" into a transferable, inspectable, revocable object relationship.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72642E-7B93-4090-980C-BEF7FA87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PolicyPay 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50D9CB-36AD-409C-8744-7EF6D32E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8679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F5E031-72A8-4C3B-82F5-9DD59486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0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0D3EE"/>
                </a:solidFill>
                <a:latin typeface="Aptos"/>
                <a:ea typeface="Aptos"/>
                <a:cs typeface="Aptos"/>
              </a:rPr>
              <a:t>SAFETY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77DE4-A1F8-4F03-8773-69C392F4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agent never gets the owner key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1F02B-61FC-4F61-A2F8-94515FD4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It gets a scoped capability. Move enforces the boundaries at execution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D664D-8244-4095-8319-F9E04174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667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8E08C-C791-44ED-9745-11095B85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67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3B58E-8E52-4E6C-B47A-030B34CE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Recipient fixed in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3B9A2-C5FC-47CA-A230-A5B9E95F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19425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blocks arbitrary sends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A13AF-A74E-41BA-A83C-616A8B3D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4667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DCA6A-B749-4F9A-88E7-3CE904A7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67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1C699-E0BA-4AFC-A92A-25C28C2B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432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Max per transaction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F3CF2-719D-4552-846E-2394315E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19425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blocks one-shot drain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C027B-EB44-4DBC-AAC2-437B71BC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4667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D8738-9D16-4E7D-B858-EB021C58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22122-D8C0-41EF-9D51-2451778C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Rolling window limit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2A5FD-79D5-4D74-B9C0-B627FFAF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86225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blocks slow drain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0D9DB-E414-437C-B1EA-79610656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38550"/>
            <a:ext cx="4667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53207-B98A-4BCE-B48C-CB23E878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33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11308-59FC-4C8D-BC61-62B82476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100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Minimum reserve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1D96F-458F-4A71-A558-527B50B4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86225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keeps treasury floor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A2D6D-A94D-4AF3-A495-7D2E936E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4667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7D782-FB16-40B4-B4FE-1C7B7217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5DDCF-B0E5-4C38-840F-B24A2946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Due time + nonce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3D85D1-A506-4DF0-859E-F1866AF8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53025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blocks early/repeat pay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5183D5-3DB4-4B8A-B283-78ACEF69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05350"/>
            <a:ext cx="4667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01EDEB-9D58-4C58-B5FE-21A8C111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5599C-646B-4A91-B81E-9E157726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768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Pause / revoke / expiry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3FAF0B-0AA5-419F-830F-2EE80F43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53025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stops trust decay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FF55ED-AC47-4461-91C3-47599FC0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90600"/>
            <a:ext cx="33147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351F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241C43-07EE-40AF-88E0-A61483A9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00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Planner is not authority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F2B8EF-9D1E-4FC6-8D37-851F0E14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24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BF7D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BF7D0"/>
                </a:solidFill>
                <a:latin typeface="Aptos"/>
                <a:ea typeface="Aptos"/>
                <a:cs typeface="Aptos"/>
              </a:rPr>
              <a:t>Move contract is source of truth.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5579DE-1BB7-40C4-856C-7CD9CEE1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PolicyPay 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8B9B89-6121-4C5F-8D83-CDAF883A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69615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44BA44-4F85-4C91-AC58-1C14ECBE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0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0D3EE"/>
                </a:solidFill>
                <a:latin typeface="Aptos"/>
                <a:ea typeface="Aptos"/>
                <a:cs typeface="Aptos"/>
              </a:rPr>
              <a:t>AGENT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99585-F2D2-4B0B-BFA5-088118DE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Autonomous execution, bounded by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114CB-183C-42CA-882C-62C99BD7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agent can monitor and submit, but successful payment still requires contract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FD2B0-0916-4C07-84A3-BA9B34BA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99558-9BE0-4524-BDCE-CE7FCD55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CAFF1-8EED-445D-9813-66BEFD7C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3C8E1-0ECB-48BD-8A89-AFD20CC5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Read vault object and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4F4B3-C760-48AB-86C5-A0F2E982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766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C5F54-DAD8-44F6-9D6E-9AF68926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24041-F9B5-4FBC-950F-A233AD60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53798-A232-4D1E-8805-147B4D38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1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9A20C-4615-45CD-987E-54AA07C9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95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Find due payments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73714-FB87-4E99-A4F8-433DCE74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766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A3402-188A-46D2-80D3-41D4E0D6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13D1E-8701-49A4-8027-6656F224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956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D5E83-AEBE-4A17-8953-2FFF94AE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Risk-check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5E7A7-9184-48DF-8C26-43119EBF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95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Mirror policy before signing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E1DF3-5C63-4D90-B212-DF2F92BA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766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7BB25-7AEA-4D63-9EC8-D7C0A6EB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D54DA-B2F6-44DD-A8F7-8D6386D8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956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DB949-E705-4890-8C60-BA06C27D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1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3DB91-7E47-4DD0-BB0A-F9E049FD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Submit Move call with agent key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FEC04-B0AF-43AC-8E24-A9ED55BE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137B2-5F8C-41F4-8D91-8C1F9E1F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C4F25A-AADE-427E-BEB9-CA7028C3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956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7110D2-0CF9-4577-BA42-44FAC76E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1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Index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10F4FE-9EB6-4330-86E6-C569FF81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95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Capture digest, event, object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F93A1C-C864-4216-A006-2DB3C252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6735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2C55E"/>
                </a:solidFill>
                <a:latin typeface="Aptos"/>
                <a:ea typeface="Aptos"/>
                <a:cs typeface="Aptos"/>
              </a:rPr>
              <a:t>Failed policy checks abort before funds move.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C5D878-3C83-45FB-B770-3BE01CCC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PolicyPay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CAF5B0-197B-47B4-8F61-AF78A562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08498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C4B6F0-610E-4D68-A3E7-EE9C036A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0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0D3EE"/>
                </a:solidFill>
                <a:latin typeface="Aptos"/>
                <a:ea typeface="Aptos"/>
                <a:cs typeface="Aptos"/>
              </a:rPr>
              <a:t>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68FEB-6F5F-41F9-ACCA-A0BFD53F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reviewable path from wallet to payment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8C030-9DA9-4E7E-B5FC-4C67BCA8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Each step either produces a Sui transaction or prepares a bounded agent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7C4E8-7376-4C6D-982A-B288F8C9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20D3EE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2D564-5DE4-4B99-9752-D51CD680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B4C80-DC52-4CFA-B0C5-7240EEF5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62200"/>
            <a:ext cx="7810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48663-6F1B-438F-816F-24501FF9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479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Create vault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E8EAC-92A1-432F-83B0-1A7EB15F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6697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Owner signs AgentVault, OwnerCap and AgentSessionCap creation.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D3076-91C8-4258-BD8E-A776E1CF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20D3E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447F2-6A4C-422E-8986-7542542D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575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9DD22-FDFD-457B-8FE5-446BF296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48000"/>
            <a:ext cx="7810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43C98-F4D6-4020-B888-EDB3D812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33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Deposit SUI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457DE-849E-4F5A-9EB0-4DFC4A5F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5277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Funds enter the vault and remain owner-recoverable.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789BB-BD4F-4676-9D5C-533078D4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20D3EE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0192F-608F-4A2D-B1BF-8E5CAED1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433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24555-D13B-4F35-B46A-515FE971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33800"/>
            <a:ext cx="7810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7D58D-8897-4EE4-9206-24DCD332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195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Add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4F602-0860-47AD-9245-1CD15988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3857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Recipient, amount, period and nonce become contract state.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A0D96-651A-4BB5-A6D3-213E174C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20D3E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DD7AE-02B2-460D-9E30-D5C9844C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291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6CF444-C2B0-4FB5-A0FC-03358BC0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19600"/>
            <a:ext cx="7810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B4021-84FA-4F1A-8FCA-463FF93E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053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Agent executes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5851FE-98D8-41AD-9F4B-F75B2906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2437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Agent submits due payment under AgentSessionCap.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7BCE6-8E76-4FFA-AAD2-35F9B2BB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816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A630A-405B-4135-9163-0A9EE157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14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08F413-05D0-4CB6-A382-632C4654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05400"/>
            <a:ext cx="7810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641E81-E32F-4FAE-8DF3-5E52FAB0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91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Blocked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E740C6-3FF7-4960-8833-4277890A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1017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Overspend, early run, reserve drain, pause or revoke aborts.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1285BC-5584-4C0F-93C9-39E8EB7F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PolicyPay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AC7E50-D844-45D8-8380-3443D6BA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1685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288378-BC8C-49E3-8BAA-17A0A206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0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0D3EE"/>
                </a:solidFill>
                <a:latin typeface="Aptos"/>
                <a:ea typeface="Aptos"/>
                <a:cs typeface="Aptos"/>
              </a:rPr>
              <a:t>CHAIN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E8494-4FA0-4AF5-A640-0733A3BE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Not a hollow UI: every key action is verifiable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B8DD6-BFE3-43AB-B571-D368D16D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deck and recording should point reviewers to Sui objects, transaction digest and event trail.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ECE54-F20B-466D-8B7D-2D111A2F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51435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6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0280F-E22A-4ED2-AA84-1CAF658E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1F3FA"/>
          </a:solidFill>
          <a:ln xmlns:a="http://schemas.openxmlformats.org/drawingml/2006/main" w="9525">
            <a:solidFill>
              <a:srgbClr val="20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71C2D-4382-4F12-B930-AE2B2ABF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1940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Published Testnet 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9FB6A-D560-4E26-8819-8FFDCCF9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22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0x46d49efb36a1bc3b253d5a02efd60de2668c2155e1efc9145eca0c68c9d2fd62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FD3DF-5FF0-432E-948A-0CE5C05D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45720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6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3C8C7-2D29-4FED-857F-5C8979B0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384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1EFD2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DD865-A55D-44AD-BC7B-C83984AC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194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Created objects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7E413-6631-4E72-92D1-29283160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365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AgentVault&lt;T&gt;, OwnerCap, AgentSessionCap captured from confirmed transaction effects.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1D8E6-6907-4110-BA86-3D3D228B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51435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6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174A9-AAE1-47A3-B1F2-79F2C55F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CE4B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BD5A1-B9CF-4B76-A7FB-13439DE8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1960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Transaction digest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9E446-5EE7-4CA1-9D0C-9002020B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422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Creation, deposit, rule add, execute, pause and revoke each produce a Sui digest.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32D17-5173-4BF4-9E7A-84C01D6F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5720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6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B6769-1296-444E-A2D4-79C2449D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386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1F3FA"/>
          </a:solidFill>
          <a:ln xmlns:a="http://schemas.openxmlformats.org/drawingml/2006/main" w="9525">
            <a:solidFill>
              <a:srgbClr val="20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265EF-9111-45B1-8864-05B3208C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196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Event trail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0206F-9582-4D05-9701-2FECC31B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365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PaymentExecuted and policy state changes provide evidence for the agent loop.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80481-2698-4B68-B4F9-06898FCB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28700"/>
            <a:ext cx="2571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351F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6D8AA-DEB4-4073-9BB2-84CEDCF9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238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Explorer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B10D7-0D8B-48C4-A797-3776B713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43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BF7D0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BF7D0"/>
                </a:solidFill>
                <a:latin typeface="Aptos"/>
                <a:ea typeface="Aptos"/>
                <a:cs typeface="Aptos"/>
              </a:rPr>
              <a:t>Open tx and object links during the recording.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D6ABCF-FF13-4DAB-987A-6A659E05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PolicyPay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993E6-9D78-4978-AE54-FC6AA4F3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11503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69538E-F4CF-440E-871D-95D8961D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0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0D3EE"/>
                </a:solidFill>
                <a:latin typeface="Aptos"/>
                <a:ea typeface="Aptos"/>
                <a:cs typeface="Aptos"/>
              </a:rPr>
              <a:t>CURRENT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EE229-B0D4-4787-AC1F-A6D6AB59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complete Sui-native MVP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2D59C-0803-44A9-B053-FDD79F12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project is organized as a real monorepo, not a presentation-only concept.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9EB8A-DF88-42F2-8D18-93E74D3E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762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B256D-313A-4D2B-83FD-97AE6E96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A23D9-BE49-4A24-8F8B-211B3B4A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Move 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B0828-17F9-47D8-9C00-EE1E0402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Vaults, caps, rules, events and policy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DBAB3-686B-4C7D-87CE-8063B511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4762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08419-E581-4342-BDDC-59EE3D94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37B78-BCE0-4AF6-89C8-9EF6B99F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384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TypeScript SDK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1FAEC-C638-42A1-BC4F-769FBA59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194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Typed transaction builders, schemas, parsers and helpers.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55EAE-6D2F-4DA0-9C28-E31EDE1E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762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9EA5C-F77B-4C2C-B715-89E2A03F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9CB81-0728-4559-AA4F-2D64EE17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Agent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22CAD-DD16-452D-BDEA-F20A02A6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Worker loop, planner, risk checker, executor, event indexer and local repository.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6C1B0-B0D5-4B16-A0BA-6CB6B3F0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4762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2CAF3-4E80-4E6F-9F67-0FFACA91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FA70A-FD69-4708-9DAA-D19743E1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053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Next.js 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E7F22-7CE7-4C95-8840-85D1554A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8630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Wallet connection, create/deposit/rule flows, safety controls and Explorer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0ACC3-D9C2-4DA3-83B5-B2273A43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388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Built locally: Move package, SDK, agent service, dashboard and published Testnet package.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C62B94-2108-495A-8036-78FE788F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PolicyPay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2EA23D-06F6-4698-B8BC-E383A55E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64897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42B25E-E95D-4919-9377-77186BD4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0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0D3EE"/>
                </a:solidFill>
                <a:latin typeface="Aptos"/>
                <a:ea typeface="Aptos"/>
                <a:cs typeface="Aptos"/>
              </a:rPr>
              <a:t>ROADMAP AND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DEE30-07BB-42C8-A6D8-68536478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Turn policy-bound payments into agent payment rails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C2745-3533-493C-9BAE-5B894F41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MVP proves object-based authority; the next work hardens automation and expands payment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E7D71-D323-4054-9AF6-63F558A7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22669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B0D83-FA90-4A5E-88E9-545097FC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D3E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20D3EE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DE07F-3266-4927-AE43-AD4F894D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Transaction simulation</a:t>
            </a:r>
          </a:p>
          <a:p xmlns:a="http://schemas.openxmlformats.org/drawingml/2006/main">
            <a:pPr algn="l">
              <a:defRPr sz="12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Indexer-backed reconciliation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92E82-9E0E-488D-A176-A395D6D3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19400"/>
            <a:ext cx="22669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31BAB-E2FF-4030-9C13-904E035A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67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D3E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20D3EE"/>
                </a:solidFill>
                <a:latin typeface="Aptos Display"/>
                <a:ea typeface="Aptos Display"/>
                <a:cs typeface="Aptos Display"/>
              </a:rPr>
              <a:t>Then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503E1-4B9C-4C4A-AA99-377B6D34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623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Batch execution</a:t>
            </a:r>
          </a:p>
          <a:p xmlns:a="http://schemas.openxmlformats.org/drawingml/2006/main">
            <a:pPr algn="l">
              <a:defRPr sz="12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Payment receipts and exports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03160-4B38-4859-A557-847FC44D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19400"/>
            <a:ext cx="22669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7D90E-6045-4105-987D-B8F42DAA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D3E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20D3EE"/>
                </a:solidFill>
                <a:latin typeface="Aptos Display"/>
                <a:ea typeface="Aptos Display"/>
                <a:cs typeface="Aptos Display"/>
              </a:rPr>
              <a:t>Harden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05947-DE42-4AF8-9AAE-61E0A42A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623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KMS / HSM agent key</a:t>
            </a:r>
          </a:p>
          <a:p xmlns:a="http://schemas.openxmlformats.org/drawingml/2006/main">
            <a:pPr algn="l">
              <a:defRPr sz="12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API rate limits and monitoring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B2DF9-4A09-408E-85C9-9C84BE0E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19400"/>
            <a:ext cx="22669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0B1B2D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608D4-7E99-4E19-A885-85CE3959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2C55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22C55E"/>
                </a:solidFill>
                <a:latin typeface="Aptos Display"/>
                <a:ea typeface="Aptos Display"/>
                <a:cs typeface="Aptos Display"/>
              </a:rPr>
              <a:t>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AAA6D-3481-4122-BA25-FAD20A24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623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DAO bounties</a:t>
            </a:r>
          </a:p>
          <a:p xmlns:a="http://schemas.openxmlformats.org/drawingml/2006/main">
            <a:pPr algn="l">
              <a:defRPr sz="12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Contributor and vendor payouts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A6776-57E1-47AE-96DE-DE2924CD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24450"/>
            <a:ext cx="7962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3349"/>
          </a:solidFill>
          <a:ln xmlns:a="http://schemas.openxmlformats.org/drawingml/2006/main" w="9525">
            <a:solidFill>
              <a:srgbClr val="20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4A25B-B5CE-4F18-AE57-D31AB45B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340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Ask: pilot treasury workflows and Sui ecosystem integrations.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DCAD2-FEC8-4081-85AD-3DD6DD7B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PolicyPay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4C22C-3ACE-4616-A511-8EB450E6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6557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2026-06-19T19:39:46.1220000Z</dcterms:created>
  <dcterms:modified xsi:type="dcterms:W3CDTF">2026-06-19T19:39:46.1220000Z</dcterms:modified>
</coreProperties>
</file>